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</a:rPr>
              <a:t>TAGO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spc="500" kern="0" dirty="0">
                <a:solidFill>
                  <a:srgbClr val="94A3B8"/>
                </a:solidFill>
              </a:rPr>
              <a:t>Group Reservation Hub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0" y="2926080"/>
            <a:ext cx="3657600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The Challenge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4000"/>
              </a:lnSpc>
              <a:buSzPct val="100000"/>
              <a:buChar char="•"/>
            </a:pPr>
            <a:r>
              <a:rPr lang="en-US" sz="2400" dirty="0">
                <a:solidFill>
                  <a:srgbClr val="333333"/>
                </a:solidFill>
              </a:rPr>
              <a:t>Manual tracking of complex group reservations</a:t>
            </a:r>
            <a:endParaRPr lang="en-US" sz="2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400" dirty="0">
                <a:solidFill>
                  <a:srgbClr val="333333"/>
                </a:solidFill>
              </a:rPr>
              <a:t>High risk of missed deadlines and payments</a:t>
            </a:r>
            <a:endParaRPr lang="en-US" sz="2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400" dirty="0">
                <a:solidFill>
                  <a:srgbClr val="333333"/>
                </a:solidFill>
              </a:rPr>
              <a:t>Lack of real-time visibility into profitability</a:t>
            </a:r>
            <a:endParaRPr lang="en-US" sz="2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400" dirty="0">
                <a:solidFill>
                  <a:srgbClr val="333333"/>
                </a:solidFill>
              </a:rPr>
              <a:t>Scattered data across emails and spreadsheets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Introducing TAGO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500"/>
              </a:lnSpc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Centralized Dashboard for all airlines and agencies</a:t>
            </a:r>
            <a:endParaRPr lang="en-US" sz="20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Automated Reminders for deposits and names</a:t>
            </a:r>
            <a:endParaRPr lang="en-US" sz="20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Real-time Statistics &amp; Financial Insights</a:t>
            </a:r>
            <a:endParaRPr lang="en-US" sz="20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000" dirty="0">
                <a:solidFill>
                  <a:srgbClr val="333333"/>
                </a:solidFill>
              </a:rPr>
              <a:t>Secure Role-Based Access</a:t>
            </a:r>
            <a:endParaRPr lang="en-US" sz="2000" dirty="0"/>
          </a:p>
        </p:txBody>
      </p:sp>
      <p:pic>
        <p:nvPicPr>
          <p:cNvPr id="4" name="Image 0" descr="/Users/orensaban/.gemini/antigravity/brain/add09e8c-2588-4e29-8a2c-3c2c59694b97/login_screenshot_17710782998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71600"/>
            <a:ext cx="3200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Powerful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Instant overview of groups, passengers, and revenue with flexible calculation metrics.</a:t>
            </a:r>
            <a:endParaRPr lang="en-US" sz="1600" dirty="0"/>
          </a:p>
        </p:txBody>
      </p:sp>
      <p:pic>
        <p:nvPicPr>
          <p:cNvPr id="4" name="Image 0" descr="/Users/orensaban/.gemini/antigravity/brain/add09e8c-2588-4e29-8a2c-3c2c59694b97/dashboard_screenshot_17710783182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Efficient Management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</a:rPr>
              <a:t>Sort, filter, and search all groups. Export data instantly.</a:t>
            </a:r>
            <a:endParaRPr lang="en-US" sz="1600" dirty="0"/>
          </a:p>
        </p:txBody>
      </p:sp>
      <p:pic>
        <p:nvPicPr>
          <p:cNvPr id="4" name="Image 0" descr="/Users/orensaban/.gemini/antigravity/brain/add09e8c-2588-4e29-8a2c-3c2c59694b97/grouptable_screenshot_17710783205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Live Demo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474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2E8F0"/>
                </a:solidFill>
              </a:rPr>
              <a:t>Let's see TAGO in action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2026-02-14T14:13:25Z</dcterms:created>
  <dcterms:modified xsi:type="dcterms:W3CDTF">2026-02-14T14:13:25Z</dcterms:modified>
</cp:coreProperties>
</file>