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</a:rPr>
              <a:t>TAGO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spc="500" kern="0" dirty="0">
                <a:solidFill>
                  <a:srgbClr val="94A3B8"/>
                </a:solidFill>
              </a:rPr>
              <a:t>Group Reservation Hub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0" y="2926080"/>
            <a:ext cx="36576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</a:rPr>
              <a:t>The Challenge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Manual tracking of complex group reservations</a:t>
            </a:r>
            <a:endParaRPr lang="en-US" sz="2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333333"/>
                </a:solidFill>
              </a:rPr>
              <a:t>High risk of missed deadlines and payments</a:t>
            </a:r>
            <a:endParaRPr lang="en-US" sz="2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333333"/>
                </a:solidFill>
              </a:rPr>
              <a:t>Lack of real-time visibility into profitability</a:t>
            </a:r>
            <a:endParaRPr lang="en-US" sz="2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333333"/>
                </a:solidFill>
              </a:rPr>
              <a:t>Scattered data across emails and spreadsheets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</a:rPr>
              <a:t>Introducing TAGO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Centralized Dashboard for all airlines and agencies</a:t>
            </a:r>
            <a:endParaRPr lang="en-US" sz="20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Automated Reminders for deposits and names</a:t>
            </a:r>
            <a:endParaRPr lang="en-US" sz="20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Real-time Statistics &amp; Financial Insights</a:t>
            </a:r>
            <a:endParaRPr lang="en-US" sz="20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Secure Role-Based Access</a:t>
            </a:r>
            <a:endParaRPr lang="en-US" sz="2000" dirty="0"/>
          </a:p>
        </p:txBody>
      </p:sp>
      <p:pic>
        <p:nvPicPr>
          <p:cNvPr id="4" name="Image 0" descr="/Users/orensaban/.gemini/antigravity/brain/add09e8c-2588-4e29-8a2c-3c2c59694b97/login_screenshot_17710782998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371600"/>
            <a:ext cx="3200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</a:rPr>
              <a:t>Powerful Dashboard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Instant overview of groups, passengers, and revenue with flexible calculation metrics.</a:t>
            </a:r>
            <a:endParaRPr lang="en-US" sz="1600" dirty="0"/>
          </a:p>
        </p:txBody>
      </p:sp>
      <p:pic>
        <p:nvPicPr>
          <p:cNvPr id="4" name="Image 0" descr="/Users/orensaban/.gemini/antigravity/brain/add09e8c-2588-4e29-8a2c-3c2c59694b97/dashboard_screenshot_17710783182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</a:rPr>
              <a:t>Efficient Management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Sort, filter, and search all groups. Export data instantly.</a:t>
            </a:r>
            <a:endParaRPr lang="en-US" sz="1600" dirty="0"/>
          </a:p>
        </p:txBody>
      </p:sp>
      <p:pic>
        <p:nvPicPr>
          <p:cNvPr id="4" name="Image 0" descr="/Users/orensaban/.gemini/antigravity/brain/add09e8c-2588-4e29-8a2c-3c2c59694b97/grouptable_screenshot_17710783205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Live Demo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4747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Let's see TAGO in action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557C25047CA04A9CA94758D279DCE4" ma:contentTypeVersion="16" ma:contentTypeDescription="Create a new document." ma:contentTypeScope="" ma:versionID="8d6cffd05b4f32e4592b9b3975b9b843">
  <xsd:schema xmlns:xsd="http://www.w3.org/2001/XMLSchema" xmlns:xs="http://www.w3.org/2001/XMLSchema" xmlns:p="http://schemas.microsoft.com/office/2006/metadata/properties" xmlns:ns2="688edcc2-a990-46a6-b4f5-c4f6ace5e3e7" xmlns:ns3="56f8e14d-5a14-41b7-95ca-f449fcbbf1b4" targetNamespace="http://schemas.microsoft.com/office/2006/metadata/properties" ma:root="true" ma:fieldsID="83386ac7c9bc4b139687754cbc9d0328" ns2:_="" ns3:_="">
    <xsd:import namespace="688edcc2-a990-46a6-b4f5-c4f6ace5e3e7"/>
    <xsd:import namespace="56f8e14d-5a14-41b7-95ca-f449fcbbf1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8edcc2-a990-46a6-b4f5-c4f6ace5e3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d63d7de-868d-4cc2-a562-64a11a34ab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f8e14d-5a14-41b7-95ca-f449fcbbf1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888cb81c-4ced-4d9c-bbbd-5af3c36c77fa}" ma:internalName="TaxCatchAll" ma:showField="CatchAllData" ma:web="56f8e14d-5a14-41b7-95ca-f449fcbbf1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88edcc2-a990-46a6-b4f5-c4f6ace5e3e7">
      <Terms xmlns="http://schemas.microsoft.com/office/infopath/2007/PartnerControls"/>
    </lcf76f155ced4ddcb4097134ff3c332f>
    <TaxCatchAll xmlns="56f8e14d-5a14-41b7-95ca-f449fcbbf1b4" xsi:nil="true"/>
  </documentManagement>
</p:properties>
</file>

<file path=customXml/itemProps1.xml><?xml version="1.0" encoding="utf-8"?>
<ds:datastoreItem xmlns:ds="http://schemas.openxmlformats.org/officeDocument/2006/customXml" ds:itemID="{00C476BC-3F9A-4995-AD42-DCE3BB18F95A}"/>
</file>

<file path=customXml/itemProps2.xml><?xml version="1.0" encoding="utf-8"?>
<ds:datastoreItem xmlns:ds="http://schemas.openxmlformats.org/officeDocument/2006/customXml" ds:itemID="{EEB70572-C60E-44C9-96B3-732D74A56075}"/>
</file>

<file path=customXml/itemProps3.xml><?xml version="1.0" encoding="utf-8"?>
<ds:datastoreItem xmlns:ds="http://schemas.openxmlformats.org/officeDocument/2006/customXml" ds:itemID="{F23BFBE2-CF0B-4869-8F16-A6C674CBF5A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2026-02-14T14:13:25Z</dcterms:created>
  <dcterms:modified xsi:type="dcterms:W3CDTF">2026-02-14T14:13:25Z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0x010100CF557C25047CA04A9CA94758D279DCE4</vt:lpwstr>
  </property>
</Properties>
</file>